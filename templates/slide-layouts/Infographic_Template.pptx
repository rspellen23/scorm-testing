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</a:rPr>
              <a:t>Initiative or Project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76656"/>
            <a:ext cx="111556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3B82F6"/>
                </a:solidFill>
              </a:rPr>
              <a:t>Tagline one.  Tagline two.  Tagline three.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58064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3B82F6"/>
                </a:solidFill>
              </a:rPr>
              <a:t>THE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19072"/>
            <a:ext cx="58064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444B4F"/>
                </a:solidFill>
              </a:rPr>
              <a:t>Summarize the problem this addresses: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139695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084831"/>
            <a:ext cx="5550408" cy="42062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F2937"/>
                </a:solidFill>
              </a:rPr>
              <a:t>Key problem one</a:t>
            </a:r>
            <a:r>
              <a:rPr sz="1150" b="0">
                <a:solidFill>
                  <a:srgbClr val="444B4F"/>
                </a:solidFill>
              </a:rPr>
              <a:t> — short supporting detail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560319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505455"/>
            <a:ext cx="5550408" cy="42062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F2937"/>
                </a:solidFill>
              </a:rPr>
              <a:t>Key problem two</a:t>
            </a:r>
            <a:r>
              <a:rPr sz="1150" b="0">
                <a:solidFill>
                  <a:srgbClr val="444B4F"/>
                </a:solidFill>
              </a:rPr>
              <a:t> — short supporting detail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2980943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2926079"/>
            <a:ext cx="5550408" cy="42062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F2937"/>
                </a:solidFill>
              </a:rPr>
              <a:t>Key problem three</a:t>
            </a:r>
            <a:r>
              <a:rPr sz="1150" b="0">
                <a:solidFill>
                  <a:srgbClr val="444B4F"/>
                </a:solidFill>
              </a:rPr>
              <a:t> — short supporting detail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3401567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3346703"/>
            <a:ext cx="5550408" cy="42062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F2937"/>
                </a:solidFill>
              </a:rPr>
              <a:t>Key problem four</a:t>
            </a:r>
            <a:r>
              <a:rPr sz="1150" b="0">
                <a:solidFill>
                  <a:srgbClr val="444B4F"/>
                </a:solidFill>
              </a:rPr>
              <a:t> — short supporting detail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3822191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3767327"/>
            <a:ext cx="5550408" cy="42062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F2937"/>
                </a:solidFill>
              </a:rPr>
              <a:t>Key problem five</a:t>
            </a:r>
            <a:r>
              <a:rPr sz="1150" b="0">
                <a:solidFill>
                  <a:srgbClr val="444B4F"/>
                </a:solidFill>
              </a:rPr>
              <a:t> — short supporting detail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297680"/>
            <a:ext cx="5806440" cy="914400"/>
          </a:xfrm>
          <a:prstGeom prst="roundRect">
            <a:avLst/>
          </a:prstGeom>
          <a:solidFill>
            <a:srgbClr val="E7F0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297680"/>
            <a:ext cx="82296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" y="4370832"/>
            <a:ext cx="539496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F2937"/>
                </a:solidFill>
              </a:rPr>
              <a:t>One or two sentences on the stakes — what happens if this isn't solved.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1325880"/>
            <a:ext cx="51663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60A5FA"/>
                </a:solidFill>
              </a:rPr>
              <a:t>FRAMEWORK OR APPROACH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1682496"/>
            <a:ext cx="516636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444B4F"/>
                </a:solidFill>
              </a:rPr>
              <a:t>4 COMPONENTS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37960" y="2048256"/>
            <a:ext cx="5166360" cy="713232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37960" y="2048256"/>
            <a:ext cx="566928" cy="71323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2048256"/>
            <a:ext cx="566928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51192" y="2112264"/>
            <a:ext cx="4343400" cy="7132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F2937"/>
                </a:solidFill>
              </a:rPr>
              <a:t>Component one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444B4F"/>
                </a:solidFill>
              </a:rPr>
              <a:t>What it does, in one short sentence.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37960" y="2871216"/>
            <a:ext cx="5166360" cy="713232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37960" y="2871216"/>
            <a:ext cx="566928" cy="713232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2871216"/>
            <a:ext cx="566928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51192" y="2935224"/>
            <a:ext cx="4343400" cy="7132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F2937"/>
                </a:solidFill>
              </a:rPr>
              <a:t>Component two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444B4F"/>
                </a:solidFill>
              </a:rPr>
              <a:t>What it does, in one short sentence.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37960" y="3694176"/>
            <a:ext cx="5166360" cy="713232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37960" y="3694176"/>
            <a:ext cx="566928" cy="713232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3694176"/>
            <a:ext cx="566928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51192" y="3758184"/>
            <a:ext cx="4343400" cy="7132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F2937"/>
                </a:solidFill>
              </a:rPr>
              <a:t>Component three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444B4F"/>
                </a:solidFill>
              </a:rPr>
              <a:t>What it does, in one short sentence.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37960" y="4517136"/>
            <a:ext cx="5166360" cy="713232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537960" y="4517136"/>
            <a:ext cx="566928" cy="713232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4517136"/>
            <a:ext cx="566928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51192" y="4581144"/>
            <a:ext cx="4343400" cy="7132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F2937"/>
                </a:solidFill>
              </a:rPr>
              <a:t>Component four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444B4F"/>
                </a:solidFill>
              </a:rPr>
              <a:t>What it does, in one short sentence.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5440680"/>
            <a:ext cx="1554480" cy="82296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5440680"/>
            <a:ext cx="155448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OUR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B82F6"/>
                </a:solidFill>
              </a:rPr>
              <a:t>GOALS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240280" y="5440680"/>
            <a:ext cx="3127248" cy="822960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240280" y="5440680"/>
            <a:ext cx="3127248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23160" y="5559552"/>
            <a:ext cx="2807208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</a:rPr>
              <a:t>Goal one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444B4F"/>
                </a:solidFill>
              </a:rPr>
              <a:t>Short description of the goal.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0" y="5440680"/>
            <a:ext cx="3127248" cy="822960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486400" y="5440680"/>
            <a:ext cx="3127248" cy="73152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69280" y="5559552"/>
            <a:ext cx="2807208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</a:rPr>
              <a:t>Goal two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444B4F"/>
                </a:solidFill>
              </a:rPr>
              <a:t>Short description of the goal.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732520" y="5440680"/>
            <a:ext cx="3127248" cy="822960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732520" y="5440680"/>
            <a:ext cx="3127248" cy="73152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15400" y="5559552"/>
            <a:ext cx="2807208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</a:rPr>
              <a:t>Goal three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444B4F"/>
                </a:solidFill>
              </a:rPr>
              <a:t>Short description of the goal.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</a:rPr>
              <a:t>One line summarizing the outcome you're driving toward.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